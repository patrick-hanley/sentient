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60-second pitch: Three plush toys that talk to each other and to a kid. Gemma can't run on an ESP32 — the E2B model is about 135 MB in INT4 against roughly 8 MB of PSRAM — so the brain sits at the table on a Mac. Every toy carries a camera, a mic, and a speaker; the router is external. Three toys today is inventory, not a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live loop falters, say so out loud and tap the canned scene. Judges reward the honesty, and the scene is the same code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4800" b="1">
                <a:solidFill>
                  <a:srgbClr val="0F766E"/>
                </a:solidFill>
              </a:defRPr>
            </a:pPr>
            <a:r>
              <a:t>Plush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0">
                <a:solidFill>
                  <a:srgbClr val="1F2937"/>
                </a:solidFill>
              </a:defRPr>
            </a:pPr>
            <a:r>
              <a:t>Plush friends with a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D97706"/>
                </a:solidFill>
              </a:defRPr>
            </a:pPr>
            <a:r>
              <a:t>powered by Gemma, on a Mac.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6B7280"/>
                </a:solidFill>
              </a:defRPr>
            </a:pPr>
            <a:r>
              <a:t>Physical AI, IoT &amp; Robotics track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6B7280"/>
                </a:solidFill>
              </a:defRPr>
            </a:pPr>
            <a:r>
              <a:t>No cloud anywhere in the loop.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0F766E"/>
                </a:solidFill>
              </a:defRPr>
            </a:pPr>
            <a: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6B7280"/>
                </a:solidFill>
              </a:defRPr>
            </a:pPr>
            <a:r>
              <a:t>Storytime friends that talk — to each other, and to a kid.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B7280"/>
                </a:solidFill>
              </a:defRPr>
            </a:pPr>
            <a:r>
              <a:t>Google Gemma Hardware Hackathon  •  AGI House, Hillsborough  •  Oct 24,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100" b="1">
                <a:solidFill>
                  <a:srgbClr val="0F766E"/>
                </a:solidFill>
              </a:rPr>
              <a:t>•  Kids learn by teaching</a:t>
            </a:r>
            <a:r>
              <a:rPr sz="2100">
                <a:solidFill>
                  <a:srgbClr val="1F2937"/>
                </a:solidFill>
              </a:rPr>
              <a:t>  —  a playful friend invites kids to explain their ideas.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100" b="1">
                <a:solidFill>
                  <a:srgbClr val="0F766E"/>
                </a:solidFill>
              </a:rPr>
              <a:t>•  Kids learn by asking</a:t>
            </a:r>
            <a:r>
              <a:rPr sz="2100">
                <a:solidFill>
                  <a:srgbClr val="1F2937"/>
                </a:solidFill>
              </a:rPr>
              <a:t>  —  a curious friend asks the questions a shy kid might not.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100" b="1">
                <a:solidFill>
                  <a:srgbClr val="0F766E"/>
                </a:solidFill>
              </a:rPr>
              <a:t>•  Kids learn by listening</a:t>
            </a:r>
            <a:r>
              <a:rPr sz="2100">
                <a:solidFill>
                  <a:srgbClr val="1F2937"/>
                </a:solidFill>
              </a:rPr>
              <a:t>  —  a careful friend reads the story out loud, patiently.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100" b="1">
                <a:solidFill>
                  <a:srgbClr val="0F766E"/>
                </a:solidFill>
              </a:rPr>
              <a:t>•  No screens</a:t>
            </a:r>
            <a:r>
              <a:rPr sz="2100">
                <a:solidFill>
                  <a:srgbClr val="1F2937"/>
                </a:solidFill>
              </a:rPr>
              <a:t>  —  the friends are plush. The intelligence lives in the room, not in an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0F766E"/>
                </a:solidFill>
              </a:defRPr>
            </a:pPr>
            <a:r>
              <a:t>Meet the 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6B7280"/>
                </a:solidFill>
              </a:defRPr>
            </a:pPr>
            <a:r>
              <a:t>Three personalities today. The cast can grow — there is no toy limit.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B7280"/>
                </a:solidFill>
              </a:defRPr>
            </a:pPr>
            <a:r>
              <a:t>Google Gemma Hardware Hackathon  •  AGI House, Hillsborough  •  Oct 24, 2026</a:t>
            </a:r>
          </a:p>
        </p:txBody>
      </p:sp>
      <p:pic>
        <p:nvPicPr>
          <p:cNvPr id="6" name="Picture 5" descr="ac67a7c1a8a66edce7ae21b9d3a83a28d5e3740af5f115fba0423b8fa653c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420624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20640" y="192024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100" b="1">
                <a:solidFill>
                  <a:srgbClr val="0F766E"/>
                </a:solidFill>
              </a:rPr>
              <a:t>•  Dyno</a:t>
            </a:r>
            <a:r>
              <a:rPr sz="2100">
                <a:solidFill>
                  <a:srgbClr val="1F2937"/>
                </a:solidFill>
              </a:rPr>
              <a:t>  —  curious green dinosaur. Asks questions, wonders out loud.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100" b="1">
                <a:solidFill>
                  <a:srgbClr val="0F766E"/>
                </a:solidFill>
              </a:rPr>
              <a:t>•  Sage</a:t>
            </a:r>
            <a:r>
              <a:rPr sz="2100">
                <a:solidFill>
                  <a:srgbClr val="1F2937"/>
                </a:solidFill>
              </a:rPr>
              <a:t>  —  careful baby unicorn. Explains things, reads the story.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100" b="1">
                <a:solidFill>
                  <a:srgbClr val="0F766E"/>
                </a:solidFill>
              </a:rPr>
              <a:t>•  Penny</a:t>
            </a:r>
            <a:r>
              <a:rPr sz="2100">
                <a:solidFill>
                  <a:srgbClr val="1F2937"/>
                </a:solidFill>
              </a:rPr>
              <a:t>  —  silly penguin in a white hat. Whimsical, silly, and careful with facts.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100" b="1">
                <a:solidFill>
                  <a:srgbClr val="0F766E"/>
                </a:solidFill>
              </a:rPr>
              <a:t>•  Every toy</a:t>
            </a:r>
            <a:r>
              <a:rPr sz="2100">
                <a:solidFill>
                  <a:srgbClr val="1F2937"/>
                </a:solidFill>
              </a:rPr>
              <a:t>  —  camera + mic + speaker. Same hardware, different personality.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0F766E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6B7280"/>
                </a:solidFill>
              </a:defRPr>
            </a:pPr>
            <a:r>
              <a:t>Thin toys, one external brain. One live mic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B7280"/>
                </a:solidFill>
              </a:defRPr>
            </a:pPr>
            <a:r>
              <a:t>Google Gemma Hardware Hackathon  •  AGI House, Hillsborough  •  Oct 24,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0F766E"/>
                </a:solidFill>
              </a:defRPr>
            </a:pPr>
            <a:r>
              <a:t>Toys</a:t>
            </a:r>
          </a:p>
        </p:txBody>
      </p:sp>
      <p:pic>
        <p:nvPicPr>
          <p:cNvPr id="7" name="Picture 6" descr="e994130a352e3b0995d732ac8ac67fc543e1f090af83dc80353e81de7fa02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729" y="2194560"/>
            <a:ext cx="996261" cy="1051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337560"/>
            <a:ext cx="3520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camera + mic + speaker each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sense and speak — don't think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7830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0F766E"/>
                </a:solidFill>
              </a:defRPr>
            </a:pPr>
            <a:r>
              <a:t>Brain</a:t>
            </a:r>
          </a:p>
        </p:txBody>
      </p:sp>
      <p:pic>
        <p:nvPicPr>
          <p:cNvPr id="10" name="Picture 9" descr="mac-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0" y="2194560"/>
            <a:ext cx="1577340" cy="1051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43400" y="3337560"/>
            <a:ext cx="3520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Mac (Apple Silicon)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Gemma 4 E2B on LiteRT-LM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the whole conversation happens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7830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0F766E"/>
                </a:solidFill>
              </a:defRPr>
            </a:pPr>
            <a:r>
              <a:t>Router</a:t>
            </a:r>
          </a:p>
        </p:txBody>
      </p:sp>
      <p:pic>
        <p:nvPicPr>
          <p:cNvPr id="13" name="Picture 12" descr="router-illust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710" y="2194560"/>
            <a:ext cx="1577340" cy="1051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60" y="3337560"/>
            <a:ext cx="3520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external, not in any toy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the brain hosts the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0F766E"/>
                </a:solidFill>
              </a:defRPr>
            </a:pPr>
            <a:r>
              <a:t>Director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3520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one live mic at a time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idle toys just listen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new toys cost almost no extra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61772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0F766E"/>
                </a:solidFill>
              </a:defRPr>
            </a:pPr>
            <a:r>
              <a:t>Sees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5029200"/>
            <a:ext cx="3520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faces — family and each other, recognized alike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pets and books, QVGA at 1–2 fps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61772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0F766E"/>
                </a:solidFill>
              </a:defRPr>
            </a:pPr>
            <a:r>
              <a:t>No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029200"/>
            <a:ext cx="3520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every byte stays in the room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nothing leaves the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0F766E"/>
                </a:solidFill>
              </a:defRPr>
            </a:pPr>
            <a:r>
              <a:t>Why the brain lives outside the toy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6B7280"/>
                </a:solidFill>
              </a:defRPr>
            </a:pPr>
            <a:r>
              <a:t>It's arithmetic, not a preference.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B7280"/>
                </a:solidFill>
              </a:defRPr>
            </a:pPr>
            <a:r>
              <a:t>Google Gemma Hardware Hackathon  •  AGI House, Hillsborough  •  Oct 24,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F766E"/>
                </a:solidFill>
              </a:defRPr>
            </a:pPr>
            <a:r>
              <a:t>Gemma E2B in INT4  ≈  135 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D97706"/>
                </a:solidFill>
              </a:defRPr>
            </a:pPr>
            <a:r>
              <a:t>ESP32-S3 PSRAM  ≈  8 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300" b="0">
                <a:solidFill>
                  <a:srgbClr val="1F2937"/>
                </a:solidFill>
              </a:defRPr>
            </a:pPr>
            <a:r>
              <a:t>135 ÷ 8  ≈  17× too big. So the model sits at the table, and the toys stay soft.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6B7280"/>
                </a:solidFill>
              </a:defRPr>
            </a:pPr>
            <a:r>
              <a:t>The toy keeps what it's good at: being hugged. The Mac does what it's good at: thinking.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0F766E"/>
                </a:solidFill>
              </a:defRPr>
            </a:pPr>
            <a:r>
              <a:t>Gemma thinks. Piper speaks.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6B7280"/>
                </a:solidFill>
              </a:defRPr>
            </a:pPr>
            <a:r>
              <a:t>The voice is a renderer, not a second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B7280"/>
                </a:solidFill>
              </a:defRPr>
            </a:pPr>
            <a:r>
              <a:t>Google Gemma Hardware Hackathon  •  AGI House, Hillsborough  •  Oct 24,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 b="1">
                <a:solidFill>
                  <a:srgbClr val="0F766E"/>
                </a:solidFill>
              </a:rPr>
              <a:t>•  Gemma</a:t>
            </a:r>
            <a:r>
              <a:rPr sz="2000">
                <a:solidFill>
                  <a:srgbClr val="1F2937"/>
                </a:solidFill>
              </a:rPr>
              <a:t>  —  hears the audio directly and writes every word.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 b="1">
                <a:solidFill>
                  <a:srgbClr val="0F766E"/>
                </a:solidFill>
              </a:rPr>
              <a:t>•  Piper TTS</a:t>
            </a:r>
            <a:r>
              <a:rPr sz="2000">
                <a:solidFill>
                  <a:srgbClr val="1F2937"/>
                </a:solidFill>
              </a:rPr>
              <a:t>  —  turns Gemma's text into speech on the Mac — 16 kHz PCM back to the toy.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 b="1">
                <a:solidFill>
                  <a:srgbClr val="0F766E"/>
                </a:solidFill>
              </a:rPr>
              <a:t>•  Distinct voices</a:t>
            </a:r>
            <a:r>
              <a:rPr sz="2000">
                <a:solidFill>
                  <a:srgbClr val="1F2937"/>
                </a:solidFill>
              </a:rPr>
              <a:t>  —  one Piper voice per toy — pitch and pace matched to its personality.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 b="1">
                <a:solidFill>
                  <a:srgbClr val="0F766E"/>
                </a:solidFill>
              </a:rPr>
              <a:t>•  No audio stored</a:t>
            </a:r>
            <a:r>
              <a:rPr sz="2000">
                <a:solidFill>
                  <a:srgbClr val="1F2937"/>
                </a:solidFill>
              </a:rPr>
              <a:t>  —  utterances live in RAM only and are deleted after Gemma reads them.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 b="1">
                <a:solidFill>
                  <a:srgbClr val="0F766E"/>
                </a:solidFill>
              </a:rPr>
              <a:t>•  Honest line</a:t>
            </a:r>
            <a:r>
              <a:rPr sz="2000">
                <a:solidFill>
                  <a:srgbClr val="1F2937"/>
                </a:solidFill>
              </a:rPr>
              <a:t>  —  if a judge asks: the conversation is Gemma, the voice synthesis is Piper.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0F766E"/>
                </a:solidFill>
              </a:defRPr>
            </a:pPr>
            <a:r>
              <a:t>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6B7280"/>
                </a:solidFill>
              </a:defRPr>
            </a:pPr>
            <a:r>
              <a:t>Scripted scene first, then free chat.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B7280"/>
                </a:solidFill>
              </a:defRPr>
            </a:pPr>
            <a:r>
              <a:t>Google Gemma Hardware Hackathon  •  AGI House, Hillsborough  •  Oct 24,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 b="1">
                <a:solidFill>
                  <a:srgbClr val="0F766E"/>
                </a:solidFill>
              </a:rPr>
              <a:t>•  Scripted scene</a:t>
            </a:r>
            <a:r>
              <a:rPr sz="2000">
                <a:solidFill>
                  <a:srgbClr val="1F2937"/>
                </a:solidFill>
              </a:rPr>
              <a:t>  —  a 2-minute story the toys perform together.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 b="1">
                <a:solidFill>
                  <a:srgbClr val="0F766E"/>
                </a:solidFill>
              </a:rPr>
              <a:t>•  Free chat</a:t>
            </a:r>
            <a:r>
              <a:rPr sz="2000">
                <a:solidFill>
                  <a:srgbClr val="1F2937"/>
                </a:solidFill>
              </a:rPr>
              <a:t>  —  then the toys talk with the judges, live, through Gemma.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 b="1">
                <a:solidFill>
                  <a:srgbClr val="0F766E"/>
                </a:solidFill>
              </a:rPr>
              <a:t>•  Canned fallback</a:t>
            </a:r>
            <a:r>
              <a:rPr sz="2000">
                <a:solidFill>
                  <a:srgbClr val="1F2937"/>
                </a:solidFill>
              </a:rPr>
              <a:t>  —  if the live loop falters, the same scene runs canned — one tap, same code path.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 b="1">
                <a:solidFill>
                  <a:srgbClr val="0F766E"/>
                </a:solidFill>
              </a:rPr>
              <a:t>•  Privacy</a:t>
            </a:r>
            <a:r>
              <a:rPr sz="2000">
                <a:solidFill>
                  <a:srgbClr val="1F2937"/>
                </a:solidFill>
              </a:rPr>
              <a:t>  —  no audio is stored. No real kids in the demo.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000" b="1">
                <a:solidFill>
                  <a:srgbClr val="0F766E"/>
                </a:solidFill>
              </a:rPr>
              <a:t>•  No claims</a:t>
            </a:r>
            <a:r>
              <a:rPr sz="2000">
                <a:solidFill>
                  <a:srgbClr val="1F2937"/>
                </a:solidFill>
              </a:rPr>
              <a:t>  —  no educational-efficacy claims. Just plush holding a conversation.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0F766E"/>
                </a:solidFill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6B7280"/>
                </a:solidFill>
              </a:defRPr>
            </a:pPr>
            <a:r>
              <a:t>Today is a demo. The architecture is the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B7280"/>
                </a:solidFill>
              </a:defRPr>
            </a:pPr>
            <a:r>
              <a:t>Google Gemma Hardware Hackathon  •  AGI House, Hillsborough  •  Oct 24,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100" b="1">
                <a:solidFill>
                  <a:srgbClr val="0F766E"/>
                </a:solidFill>
              </a:rPr>
              <a:t>•  More toys</a:t>
            </a:r>
            <a:r>
              <a:rPr sz="2100">
                <a:solidFill>
                  <a:srgbClr val="1F2937"/>
                </a:solidFill>
              </a:rPr>
              <a:t>  —  no limit on cast size — a fourth, fifth, or twentieth toy is just another thin client.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100" b="1">
                <a:solidFill>
                  <a:srgbClr val="0F766E"/>
                </a:solidFill>
              </a:rPr>
              <a:t>•  More fun voices</a:t>
            </a:r>
            <a:r>
              <a:rPr sz="2100">
                <a:solidFill>
                  <a:srgbClr val="1F2937"/>
                </a:solidFill>
              </a:rPr>
              <a:t>  —  faster on-device synthesis, more distinct personalities per toy.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100" b="1">
                <a:solidFill>
                  <a:srgbClr val="0F766E"/>
                </a:solidFill>
              </a:rPr>
              <a:t>•  More senses</a:t>
            </a:r>
            <a:r>
              <a:rPr sz="2100">
                <a:solidFill>
                  <a:srgbClr val="1F2937"/>
                </a:solidFill>
              </a:rPr>
              <a:t>  —  leveraging the 9-axis IMU in each toy — movement, gestures, and play — not the camera.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0F766E"/>
                </a:solidFill>
              </a:defRPr>
            </a:pPr>
            <a:r>
              <a:t>Thank you — come talk to the toys.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6B7280"/>
                </a:solidFill>
              </a:defRPr>
            </a:pPr>
            <a:r>
              <a:t>Code: github.com/patrick-hanley/sentient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